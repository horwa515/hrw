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Editable chart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微软雅黑"/>
              </a:rPr>
              <a:t>演讲备注：图片、表格、图表和组合形状测试。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254F3C"/>
                </a:solidFill>
                <a:latin typeface="微软雅黑"/>
              </a:rPr>
              <a:t>PPT 转换示例 / 1.4444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54F3C"/>
                </a:solidFill>
                <a:latin typeface="Microsoft YaHei"/>
              </a:rPr>
              <a:t>Microsoft YaHei → Arial · 图片、表格、图表仍可编辑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4F3C"/>
                </a:solidFill>
                <a:latin typeface="Times New Roman"/>
              </a:rPr>
              <a:t>Keep this font: Times New Roman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926080" cy="16459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0" y="173736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转换前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转换后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4:3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16:9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7.5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7.5 in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4572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5669280" y="4114800"/>
            <a:ext cx="2560320" cy="1188720"/>
            <a:chOff x="5669280" y="4114800"/>
            <a:chExt cx="2560320" cy="1188720"/>
          </a:xfrm>
        </p:grpSpPr>
        <p:sp>
          <p:nvSpPr>
            <p:cNvPr id="9" name="Rounded Rectangle 8"/>
            <p:cNvSpPr/>
            <p:nvPr/>
          </p:nvSpPr>
          <p:spPr>
            <a:xfrm>
              <a:off x="5669280" y="4114800"/>
              <a:ext cx="1188720" cy="1188720"/>
            </a:xfrm>
            <a:prstGeom prst="roundRect">
              <a:avLst/>
            </a:prstGeom>
            <a:solidFill>
              <a:srgbClr val="A6BD8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040880" y="4114800"/>
              <a:ext cx="1188720" cy="1188720"/>
            </a:xfrm>
            <a:prstGeom prst="roundRect">
              <a:avLst/>
            </a:prstGeom>
            <a:solidFill>
              <a:srgbClr val="42705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577840" y="54864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4F3C"/>
                </a:solidFill>
                <a:latin typeface="Arial"/>
              </a:rPr>
              <a:t>组合对象：保持子对象坐标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继承版式与母版的占位符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标题、正文和母版元素保持原高度。</a:t>
            </a:r>
          </a:p>
          <a:p>
            <a:r>
              <a:rPr>
                <a:latin typeface="Microsoft YaHei"/>
              </a:rPr>
              <a:t>请在 PowerPoint 中检查字体回退及对象编辑。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