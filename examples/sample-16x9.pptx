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Editable chart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7</c:v>
                </c:pt>
                <c:pt idx="2">
                  <c:v>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txPr>
        <a:bodyPr/>
        <a:lstStyle/>
        <a:p>
          <a:pPr>
            <a:defRPr>
              <a:latin typeface="Microsoft YaHe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微软雅黑"/>
              </a:rPr>
              <a:t>演讲备注：图片、表格、图表和组合形状测试。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254F3C"/>
                </a:solidFill>
                <a:latin typeface="微软雅黑"/>
              </a:rPr>
              <a:t>PPT 转换示例 / 4:3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254F3C"/>
                </a:solidFill>
                <a:latin typeface="Microsoft YaHei"/>
              </a:rPr>
              <a:t>Microsoft YaHei → Arial · 图片、表格、图表仍可编辑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722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54F3C"/>
                </a:solidFill>
                <a:latin typeface="Times New Roman"/>
              </a:rPr>
              <a:t>Keep this font: Times New Roman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2926080" cy="164592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840480" y="1737360"/>
          <a:ext cx="475488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960"/>
                <a:gridCol w="1584960"/>
                <a:gridCol w="1584960"/>
              </a:tblGrid>
              <a:tr h="548640">
                <a:tc>
                  <a:txBody>
                    <a:bodyPr/>
                    <a:lstStyle/>
                    <a:p>
                      <a:r>
                        <a:rPr sz="1200">
                          <a:latin typeface="Microsoft YaHei"/>
                        </a:rPr>
                        <a:t>项目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icrosoft YaHei"/>
                        </a:rPr>
                        <a:t>转换前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icrosoft YaHei"/>
                        </a:rPr>
                        <a:t>转换后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latin typeface="Microsoft YaHei"/>
                        </a:rPr>
                        <a:t>比例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icrosoft YaHei"/>
                        </a:rPr>
                        <a:t>4:3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icrosoft YaHei"/>
                        </a:rPr>
                        <a:t>16:9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latin typeface="Microsoft YaHei"/>
                        </a:rPr>
                        <a:t>高度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icrosoft YaHei"/>
                        </a:rPr>
                        <a:t>7.5 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icrosoft YaHei"/>
                        </a:rPr>
                        <a:t>7.5 in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3657600"/>
          <a:ext cx="4572000" cy="2286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pSp>
        <p:nvGrpSpPr>
          <p:cNvPr id="8" name="Group 7"/>
          <p:cNvGrpSpPr/>
          <p:nvPr/>
        </p:nvGrpSpPr>
        <p:grpSpPr>
          <a:xfrm>
            <a:off x="5669280" y="4114800"/>
            <a:ext cx="2560320" cy="1188720"/>
            <a:chOff x="5669280" y="4114800"/>
            <a:chExt cx="2560320" cy="1188720"/>
          </a:xfrm>
        </p:grpSpPr>
        <p:sp>
          <p:nvSpPr>
            <p:cNvPr id="9" name="Rounded Rectangle 8"/>
            <p:cNvSpPr/>
            <p:nvPr/>
          </p:nvSpPr>
          <p:spPr>
            <a:xfrm>
              <a:off x="5669280" y="4114800"/>
              <a:ext cx="1188720" cy="1188720"/>
            </a:xfrm>
            <a:prstGeom prst="roundRect">
              <a:avLst/>
            </a:prstGeom>
            <a:solidFill>
              <a:srgbClr val="A6BD84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7040880" y="4114800"/>
              <a:ext cx="1188720" cy="1188720"/>
            </a:xfrm>
            <a:prstGeom prst="roundRect">
              <a:avLst/>
            </a:prstGeom>
            <a:solidFill>
              <a:srgbClr val="427052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5577840" y="5486400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54F3C"/>
                </a:solidFill>
                <a:latin typeface="Arial"/>
              </a:rPr>
              <a:t>组合对象：保持子对象坐标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Microsoft YaHei"/>
              </a:rPr>
              <a:t>继承版式与母版的占位符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Microsoft YaHei"/>
              </a:rPr>
              <a:t>标题、正文和母版元素保持原高度。</a:t>
            </a:r>
          </a:p>
          <a:p>
            <a:r>
              <a:rPr>
                <a:latin typeface="Microsoft YaHei"/>
              </a:rPr>
              <a:t>请在 PowerPoint 中检查字体回退及对象编辑。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